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BE0B"/>
                </a:solidFill>
              </a:defRPr>
            </a:pPr>
            <a:r>
              <a:t>Bee v4.0 — AI Chief of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Capabilities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Workitu Tech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What is Bee?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AI Chief of Staff for Yonatan Perlin, Founder of Workitu Tech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Operates across 5 surfaces: Claude Code, Claude.ai, Telegram, Vault API, Autonomous Agent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27+ agent tools, 23 MCP operations, 19 AI skills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Shared brain repo synced via GitHub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Mission: reach ₪7,000/mo revenue → $1B by 2087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Central brain repo (workitu-bee-brain) on GitHub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Claude Code — full filesystem, git, terminal, MCP access (primary operator)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Claude.ai — memory, dashboard, skills, MCP access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Telegram Bot — always-on chat with AI + all 27 tools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Vault REST API — HTTPS endpoints for note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Autonomous Agent — daily cron on VPS, DeepSeek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Surface 1: Autonomous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Runs daily at 08:00 IST on Hetzner VPS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DeepSeek AI (deepseek-chat / deepseek-reasoner)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9 tool modules with 27 tools total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ClickUp: overdue tasks, due today, comments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Gmail &amp; Calendar: unread emails, today's events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Site Monitor: health checks, broken links, alerts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Content Manager: blog publishing, portfolio, revalidation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Performance Reporter: weekly stats + email reports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Obsidian Vault: search, read, create, update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Surface 2: Telegram 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Always-on via PM2 on VPS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7 slash commands: /tasks, /calendar, /status, /briefing, etc.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Free-form AI chat with DeepSeek + full tool access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Conversation context: 20 messages, 30-min TTL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Rate limited: 10 messages/minute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Admin-only authentication via Telegram user 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Surface 3: Vault REST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URL: https://api.workitu.com/api/vault/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FastAPI on port 3003, behind nginx with HTTPS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8 endpoints: health, search, read, create, update, list, daily, link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API key authentication (X-API-Key header)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Rate limit: 30 requests/minute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Swagger UI + OpenAPI schema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Surface 4: Claude Code (MCP)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Primary operator — full filesystem, git, terminal access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ClickUp MCP: 10+ operations (search, create, update tasks &amp; docs)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Gmail MCP: search, read, draft, send emails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Google Calendar MCP: events, scheduling, free time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Native: SSH to VPS, script execution, project deployment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Deploys to Vercel and Hetzner VPS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Surface 5: Claude.ai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19 skills across 7 categories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Core: Chief of Staff, Memory Engine, Skill Developer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Business: Profit Mode, Outreach Composer, Client Manager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Development: Fullstack Builder, PRD-to-Deploy, Site Enhancer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Personal: Medical Tracker, Weekly Review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Automation: Daily Briefing, YouTube Creator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Storage: Obsidian Vault with [[wikilinks]]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VPS: Hetzner CX23 (65.109.230.136), Ubuntu 24.04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Services: nginx, Telegram bot, Vault API, bee-backend, n8n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Website: Vercel (blaze-post.com / workitu.com)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DNS: Cloudflare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External APIs: DeepSeek, ClickUp, Gmail, Calendar, Resend, Telegram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Local: Lenovo IdeaPad Flex 5, Ryzen 7, 16GB, Ollama offline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Path validation — no directory traversal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Shell injection prevention — subprocess list-form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API key auth on Vault REST API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Telegram admin-only via user ID check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Rate limiting: 30 req/min API, 10 msg/min Telegram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HTTPS with Let's Encrypt auto-renewal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.env files on VPS only — never committed to repo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</a:defRPr>
            </a:pPr>
            <a: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5 operational surfaces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27 agent tools (autonomous)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23 MCP operations (Claude Code + Claude.ai)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19 AI skills (Claude.ai)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8 REST API endpoints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7 Telegram slash commands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9 tool modules on the autonomous agent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▸  Daily automated briefings at 8:00 AM 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E0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Bee v4.0 — AI Chief of Staff</a:t>
            </a:r>
            <a:br/>
            <a:r>
              <a:t>workitu.com  •  blaze-post.com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